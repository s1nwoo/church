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09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35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95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32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92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17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46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3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90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9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28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3EF84-E613-47E3-BD70-7D618155127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EA27E-1C14-4FBE-8402-6CE677ABF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9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0DE135-F3F2-CFB9-1E9E-9CEE5B8E697C}"/>
              </a:ext>
            </a:extLst>
          </p:cNvPr>
          <p:cNvSpPr txBox="1"/>
          <p:nvPr/>
        </p:nvSpPr>
        <p:spPr>
          <a:xfrm>
            <a:off x="302025" y="273591"/>
            <a:ext cx="88693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00" dirty="0"/>
              <a:t>[TITLE]</a:t>
            </a:r>
            <a:endParaRPr lang="ko-KR" alt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E4E58-ECBB-72C6-5087-A06DF0CB042F}"/>
              </a:ext>
            </a:extLst>
          </p:cNvPr>
          <p:cNvSpPr txBox="1"/>
          <p:nvPr/>
        </p:nvSpPr>
        <p:spPr>
          <a:xfrm>
            <a:off x="302025" y="1009790"/>
            <a:ext cx="8539950" cy="5770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5000" dirty="0"/>
              <a:t>[BODY]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894986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</Words>
  <Application>Microsoft Office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신우</dc:creator>
  <cp:lastModifiedBy>정 신우</cp:lastModifiedBy>
  <cp:revision>10</cp:revision>
  <dcterms:created xsi:type="dcterms:W3CDTF">2025-03-24T07:15:34Z</dcterms:created>
  <dcterms:modified xsi:type="dcterms:W3CDTF">2025-03-24T08:15:49Z</dcterms:modified>
</cp:coreProperties>
</file>